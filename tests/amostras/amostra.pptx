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Amostra sintética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Declarante: MARIA APARECIDA DOS SANTOS, CPF 529.982.247-25, telefone (81) 98765-4321, e-mail maria.santos@exemplo.com.br.</a:t>
            </a:r>
          </a:p>
          <a:p>
            <a:r>
              <a:t>Investigado: JOSÉ CARLOS KOWALSKI, CPF 11144477735, celular +55 81 99876-5432, WhatsApp 5581991234567.</a:t>
            </a:r>
          </a:p>
          <a:p>
            <a:r>
              <a:t>Aparelho apreendido IMEI 35-209900-176148-1 e segundo aparelho IMEI: 864539041234560.</a:t>
            </a:r>
          </a:p>
          <a:p>
            <a:r>
              <a:t>Contato alternativo: fulano.teste@mailinator.com; recado no fixo (81) 3333-4444.</a:t>
            </a:r>
          </a:p>
          <a:p>
            <a:r>
              <a:t>PIX recebido de ***.456.789-** no dia 15/10/2026, valor R$ 1.250,00.</a:t>
            </a:r>
          </a:p>
          <a:p>
            <a:r>
              <a:t>Testemunha: Ana Paula Cavalcanti de Lima, residente na Rua Maria Quitéria, 120, Recife/PE.</a:t>
            </a:r>
          </a:p>
          <a:p>
            <a:r>
              <a:t>Protocolo 2026101912345 e chave 26201012345678000190550010000123451000123456 (não extrair).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